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7159F-65B6-0A06-0D55-22BA73D68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64AD3-B88C-C779-B3FA-67BBC9D8E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8EEB2-223A-DC8A-5861-1008E98F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B8500-63B7-38A1-BD48-C4295A8A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A5FF5-FAA2-A12C-73F0-0C52F433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709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DB5F-78DE-D832-3F9F-A684FDC4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450B1-C025-697D-5959-A4B9E337E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3215-DB70-F161-0F85-AE43F80F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7C563-C37F-E9C7-97EA-C11A797C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01713-A0A1-AB0A-0FBA-12B212AA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6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353B-3B39-B060-06EB-0A70A54B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A5B4-C24A-249C-4E92-A4CFB0FB0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F736-F306-C92E-2724-32C1019D8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141E6-AD87-65AD-56FF-CFE416F4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DE013-1B60-FE31-9BFF-8B9CFFDE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30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8C99-F5E8-0335-C4E0-A66CD6E5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0ACD-271F-CEDD-E009-60C1B79F2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186B-9480-BEBF-4DFE-9837D7679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F7D7D-D43D-124B-2936-B9ABFCC0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3C7A4-2493-869B-F02C-BD8EFBE6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66E40-B5C4-79F4-2F1B-12EFAE49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9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CB69-0751-77D5-1D14-6E0DB05B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BFA7D-C25C-F476-ED81-F26E5188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BD215-F825-85D8-D480-BB8B5FB27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EE726-6524-C100-F1BF-559C140F0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BDE1E-3256-DC25-D6A6-8B84D6916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9CEF85-5357-7BED-292A-FA1C0E6B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02072-045A-C665-7E36-8CC59EDC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D6230-02C0-950E-703D-C8BF7C16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86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0B69-F5B8-0849-0F04-8DE9CBE5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562AF-9D08-1B4A-D5B6-E5DA493F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D49EE-07E7-48D1-D773-91F0AFC9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46FE3-82DF-D7EB-8130-D7D423F5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0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F6ADF-4099-7BF1-6987-CECB43F7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714B3-D2F5-7B14-5887-123105F9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C8DCC-64A3-EFAC-6675-0815ACED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24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F785-C58E-613C-C085-D1355486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C41A-341E-7A59-86D8-9F63EE1E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038EF-3B28-E52A-A6A6-F1BC99DBA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E5B8E-78C9-44BA-8637-0595D155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4B726-709C-380D-853A-69D15839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128A9-A80D-C2A1-504C-EDFD8DA3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91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7C3B-D42F-C4D9-7F92-7C5E19DE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FAE8B-247C-96C0-8473-1ABE20926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54F4C-487E-C2D8-B647-1101787D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4D202-0512-EE2C-4555-A5414B1E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F91DD-D0DB-6F57-BC55-85BCC34E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86304-0E7C-30B1-5CCF-11BB0945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C372-62DF-68CC-66E5-9FF7F96C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28D4F-830F-0A60-0CE0-F96D47BE8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7DF1E-2E09-1A5E-D3DF-033DEDD9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9B0C4-2DA5-9A0E-197C-1CF3C3B6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C691-4767-F1C9-E776-73A955F1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2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CC0CD-6C6D-42B9-989B-BE05882AA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3B92D-DCCD-922E-CB54-D41BC35C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1F3-2A79-A1B2-54BB-5385120B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4924-0F6D-C6E5-DEC9-E0FA279C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A9C6-5A18-9380-FC0D-6C9EA94B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9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E3BD61-547E-4158-AAF8-7C0A7DBC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F1459-8D26-B876-5831-3AC64852A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AAAC-2EF1-3AFB-2A10-73C8A6DD5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9068D-44C3-4681-A163-D377596431FF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7C627-E51B-D97C-C4C2-A5C4C39DB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B3C9C-1528-56A4-165E-3B7DFEA1A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33279-3C10-491C-99E1-9C5453FB5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85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0738-8B5D-12A0-0D9C-B7679EB02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C5D3-54AD-B404-4770-02DBC4B83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BA903-7E4D-C243-E6CC-60EC01DE5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667C8C-4514-5879-CB72-1B5D64902789}"/>
              </a:ext>
            </a:extLst>
          </p:cNvPr>
          <p:cNvSpPr/>
          <p:nvPr/>
        </p:nvSpPr>
        <p:spPr>
          <a:xfrm>
            <a:off x="10992678" y="6520070"/>
            <a:ext cx="1199322" cy="33793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2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BB165-D29A-B468-AE09-A62E162BB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4533D9-EE8B-6583-B4A3-8D9A48A8CF18}"/>
              </a:ext>
            </a:extLst>
          </p:cNvPr>
          <p:cNvSpPr/>
          <p:nvPr/>
        </p:nvSpPr>
        <p:spPr>
          <a:xfrm>
            <a:off x="10992678" y="6530009"/>
            <a:ext cx="1199322" cy="327991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69787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FC31B-E8ED-0987-82F0-847FC0290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99FC06-AA24-1EBB-1E12-C25C0B8927B8}"/>
              </a:ext>
            </a:extLst>
          </p:cNvPr>
          <p:cNvSpPr/>
          <p:nvPr/>
        </p:nvSpPr>
        <p:spPr>
          <a:xfrm>
            <a:off x="10992678" y="6530009"/>
            <a:ext cx="1199322" cy="327991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7459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17FDB-221A-F9EC-1C5D-498D2F22F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091F4D-B200-DDDC-6F5E-6F8456603CCD}"/>
              </a:ext>
            </a:extLst>
          </p:cNvPr>
          <p:cNvSpPr/>
          <p:nvPr/>
        </p:nvSpPr>
        <p:spPr>
          <a:xfrm>
            <a:off x="10992678" y="6609523"/>
            <a:ext cx="1199322" cy="248478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2790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12279F-7568-C8AF-DC86-502F73DE8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CA1C3DF-FF83-58D4-2431-4211EE189462}"/>
              </a:ext>
            </a:extLst>
          </p:cNvPr>
          <p:cNvSpPr/>
          <p:nvPr/>
        </p:nvSpPr>
        <p:spPr>
          <a:xfrm>
            <a:off x="11002617" y="6530009"/>
            <a:ext cx="1113183" cy="327991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8147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D202E-275F-0A28-8725-D06F97CCB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C43779-BD26-8FDF-A2E8-04BAD15CCE75}"/>
              </a:ext>
            </a:extLst>
          </p:cNvPr>
          <p:cNvSpPr/>
          <p:nvPr/>
        </p:nvSpPr>
        <p:spPr>
          <a:xfrm>
            <a:off x="11002617" y="6520070"/>
            <a:ext cx="1113183" cy="337930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71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vicky s</dc:creator>
  <cp:lastModifiedBy>vicky s</cp:lastModifiedBy>
  <cp:revision>1</cp:revision>
  <dcterms:created xsi:type="dcterms:W3CDTF">2026-02-04T17:36:00Z</dcterms:created>
  <dcterms:modified xsi:type="dcterms:W3CDTF">2026-02-04T17:37:42Z</dcterms:modified>
</cp:coreProperties>
</file>